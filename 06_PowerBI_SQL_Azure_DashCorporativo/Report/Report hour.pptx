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DAA0B6-5696-3FB4-0CE4-0F1158A79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4747E0-6737-07D7-5153-169537C657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CDB797-402E-34F3-1081-6DC5BD396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810A0-B9BC-414F-9C02-DA3D93B84943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26A4C7-51FB-D7B9-65B7-3344AD172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A988DA-F99D-88FC-F6A3-4CD997BE5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D6172-7F8C-4E4D-A152-F307D9E7AE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6981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55931C-0577-DE1D-4527-5C4137239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838259-4ADB-792E-BCFF-6AEF2D1EF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530CB2-636E-210E-9C67-E02F55F31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810A0-B9BC-414F-9C02-DA3D93B84943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B6EA4C-7D8D-6DAF-128E-64BA4FFEB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687D9A-47A1-925F-5C04-C0EE4AB3D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D6172-7F8C-4E4D-A152-F307D9E7AE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0092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211F01-F4EB-0114-3858-817898542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785B952-ADAE-4A53-B8B9-B9F3AE82E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572A22-40D2-F653-4283-2DB413301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810A0-B9BC-414F-9C02-DA3D93B84943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CB7C63-6081-359B-18F9-4A2D2EC7D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DDC6CF-1D2B-939D-EB85-A5A450746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D6172-7F8C-4E4D-A152-F307D9E7AE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0070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DC4618-A4D5-8768-A135-95363806B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EEB0C8-627D-8A7B-347D-8AE02E5E0B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E4D1522-3136-3987-41F2-F96015B8BB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C568B3-1985-2A05-5475-50A3E868C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810A0-B9BC-414F-9C02-DA3D93B84943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58EAD1C-B14C-B83D-A643-086E5AA17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913E158-5916-D171-D1AB-6D30808A8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D6172-7F8C-4E4D-A152-F307D9E7AE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3414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F4F3DC-3FA3-FA25-2142-A2FA9CC32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57EE9A9-A1A0-AE31-DA7A-A6FC7F3B5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823D3AA-8664-997D-5850-354EDA2F48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2651745-10E9-CA3F-AAF6-4F5CF09E58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F071A1A-1A00-8544-64CF-3D63E8F7E6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2E24638-C1BE-9E7D-A843-2BCF8C809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810A0-B9BC-414F-9C02-DA3D93B84943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8BE7B3F-3779-29D9-3EB2-CFF9BDE1E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09CD255-99DE-4532-2627-5C1B77D17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D6172-7F8C-4E4D-A152-F307D9E7AE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0179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5C3495-A070-9702-00D9-99EA557D4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896BAD7-D087-A024-1BCA-98647A15E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810A0-B9BC-414F-9C02-DA3D93B84943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64D6808-1BA3-9CA4-2895-298C1405E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7426E55-6888-B5CF-92EB-EF2E23946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D6172-7F8C-4E4D-A152-F307D9E7AE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458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EAC232E-DB82-0919-551B-D103501A1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810A0-B9BC-414F-9C02-DA3D93B84943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ED5E54E-AF55-2CD0-AB20-2CFDAEBE5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0C01EA4-6BC6-4585-B7E1-C363B0A9B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D6172-7F8C-4E4D-A152-F307D9E7AE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3696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D8D47F-A99D-A200-36E1-47065A687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DA1535-D64E-508D-043E-1AEDF494D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859BFDB-574B-25AD-2C94-E6CE5D9A16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9BFAD2-E2C5-4B32-89B1-D0233A687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810A0-B9BC-414F-9C02-DA3D93B84943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79E6CE-8D31-F1FC-805C-889BFBB2F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4F66311-30BC-513F-D8F0-6F01C1532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D6172-7F8C-4E4D-A152-F307D9E7AE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3032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C1C5C2-5A4C-35E8-041A-40A37E778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26E6898-BAD9-5527-76F9-4CBE3524C8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AC40EDE-B6CC-0899-540F-3B71B46F96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34BC4C-7F28-43FF-6279-B9F7C24FA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810A0-B9BC-414F-9C02-DA3D93B84943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92DC32F-7BD3-CC98-4E44-89971FF56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7F953FD-3E42-2958-BFDD-7900FC7DE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D6172-7F8C-4E4D-A152-F307D9E7AE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7908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96A3A7-28FC-D2C1-FB60-B1D4D647E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A2B3456-45CA-8703-970E-15A131195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2DDF8A-951D-3EAD-4386-201D56DA3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810A0-B9BC-414F-9C02-DA3D93B84943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E28554-1F1E-646B-A48A-0D57D0252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83E673-723F-07E3-FD75-AB4B46DAD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D6172-7F8C-4E4D-A152-F307D9E7AE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740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115E288-5ACF-4A74-964E-86968511E1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51666B9-59F5-D8AA-427D-06F73A3887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86CE38-5825-5334-C44B-036313DE0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810A0-B9BC-414F-9C02-DA3D93B84943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D9DCC5-E81F-3B7D-EAFB-19013D40E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92BC18-095F-D406-C3B7-D7F0376FE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D6172-7F8C-4E4D-A152-F307D9E7AE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1952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42B5963-5C21-0C88-2C3A-F89CD80FE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8639C5E-938F-2C23-893A-8E6C845F9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A8429AE-069F-04F0-1CC6-13639352AE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2810A0-B9BC-414F-9C02-DA3D93B84943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CEA444-BEAF-E99B-B442-05DF03E6E5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114420-BDF7-3DAC-600C-654CA3284B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8D6172-7F8C-4E4D-A152-F307D9E7AE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2958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5538B1-5AF5-9F70-C015-DD6A856CD7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/>
              <a:t>Report hour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2D82C2-F651-2E14-6EC7-2F9D2E11BB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Suplemento 3">
                <a:extLst>
                  <a:ext uri="{FF2B5EF4-FFF2-40B4-BE49-F238E27FC236}">
                    <a16:creationId xmlns:a16="http://schemas.microsoft.com/office/drawing/2014/main" id="{798D8BD6-C8CF-5D85-5942-3C7BFF69BB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002551"/>
                  </p:ext>
                </p:extLst>
              </p:nvPr>
            </p:nvGraphicFramePr>
            <p:xfrm>
              <a:off x="0" y="0"/>
              <a:ext cx="10668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Suplemento 3">
                <a:extLst>
                  <a:ext uri="{FF2B5EF4-FFF2-40B4-BE49-F238E27FC236}">
                    <a16:creationId xmlns:a16="http://schemas.microsoft.com/office/drawing/2014/main" id="{798D8BD6-C8CF-5D85-5942-3C7BFF69BB9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0668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892973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5550C72E-678C-4D36-A26F-54BBF4B12AEA}">
  <we:reference id="wa200003233" version="2.0.0.3" store="pt-BR" storeType="OMEX"/>
  <we:alternateReferences>
    <we:reference id="WA200003233" version="2.0.0.3" store="" storeType="OMEX"/>
  </we:alternateReferences>
  <we:properties>
    <we:property name="reportUrl" value="&quot;/groups/me/reports/81e164c7-f513-45ca-a6b7-a135b8aeb7d0/6cc42b129977465cf0b6?experience=power-bi&quot;"/>
    <we:property name="reportName" value="&quot;Report hour&quot;"/>
    <we:property name="reportState" value="&quot;CONNECTED&quot;"/>
    <we:property name="embedUrl" value="&quot;/reportEmbed?reportId=81e164c7-f513-45ca-a6b7-a135b8aeb7d0&amp;config=eyJjbHVzdGVyVXJsIjoiaHR0cHM6Ly9XQUJJLUJSQVpJTC1TT1VUSC1CLVBSSU1BUlktcmVkaXJlY3QuYW5hbHlzaXMud2luZG93cy5uZXQiLCJlbWJlZEZlYXR1cmVzIjp7InVzYWdlTWV0cmljc1ZOZXh0Ijp0cnVlfX0%3D&amp;disableSensitivityBanner=true&amp;storytellingChangeViewModeShortcutKeys=true&quot;"/>
    <we:property name="pageName" value="&quot;6cc42b129977465cf0b6&quot;"/>
    <we:property name="pageDisplayName" value="&quot;Página 1&quot;"/>
    <we:property name="datasetId" value="&quot;ae18dd8a-57a6-467e-a6c5-a2d3c605f0d7&quot;"/>
    <we:property name="backgroundColor" value="&quot;#FFFFFF&quot;"/>
    <we:property name="bookmark" value="&quot;H4sIAAAAAAAAA+1ZbW/bNhD+K4G+dAOMQuKLRPVbm7Zb0XYImqL7MATBiTza2mRJ00sWL/B/35GykjSJ49RpnWydAQMSSZ2eu3vuhdRZYPK2LmDxC8wxeBa8KU2uwVTNXhRMgnIY1LGOE8k5U0YmGYA0iDRb1V1elW3w7CzooJli9ylveyicJBr87WgSQFEcwNTdWShanAQ1Nm1VQpH/jcNimuqaHpeTAE/romrAiTzsoEMn9oSW0z1BiJ5yeiPoLj/BQ9TdMBprLVgWsTRNEhFLbcMspmXtsMAju3EJjdu86Ei6u8wWr07rhhCfjQqnaciUYhkaFic80kkcMZLbLWo3u0/oplVDdioCj7vBdoB5FuxXRT/3V68+Gz+s+kbjB7R+quzybkGScE46LxCPdUVXSEovyRIHTUV28gte90Vx7EG5iVn1136D9HYTPJPLIxo58Ubcr8oO8nKljuEiUSDQhlrEhlmCr9x4m5fTYmV2b1x/9XHQqZ1B7X2a/U7Gc3KW7o2piKJYZChC1JYnUmax2FZWoqxhIdNMJzoykisl0o2yOjztsur0ujRheJqYEKzUGUbS2EiZ9X5dee65OYFSk/muuu35dNrgFLrV7at7+LRuKgd0b51LD4Z5P/y6L1dUllf9Gy4nZ1+fcF8C7uHR/Fo1f7THVXk8o8dvwOQi4Hb2NIhzqD9nD900BpsXC8+Ml3kzphM2uYL6MbBieTSmvdWSMbH91FR97VX4VkiOfKBFobJSJBy4VnGYhXEGuH3YWqU1pywSC01SwSTMbE4ouuhbCmo0g6b7M2i6R+BTm5eUTXJXxK7YcO8QCmyvODO8xZmrmFps4c/1KParvuxI5tIHyqrOu2fnlXFmneXGYBmsEr3CENIskjzUUSSoYsJGv5iq7Lv/vXE3FIc4nWPZ3ckbIjUhFymYNGGYasWkDe8RcyyOIUu5iCCUKrVMi3Bjqdxhk/MSa6IQrKyzvvDsonpvBOtq0kU9+oxPX1yezvPaC2geSxjdxwDfIqC+kD1H3g35dFbQv/Mxg8VoN3q5gQ7eU0dAE9ckP70syi1uNb3ljRmMOKe5vB1NOt69zUvn60nwDm23g9j4MKr1LifmDJz6BEXv6PTkA7YIjZ49cVlkyDNz7MDpTPoEh/38h+tKn/vzx+DIOXDIChfg359LOLsUdu0OXDkJNOgZGq/fmw7nw0tzSpMkMcf2P+Ek2sS5qRUpKTEH44rzFgykpU0OCBAZbXq4jW1qNpYD8KR/0Xcd6XZ9M2YzJgSTQIU+jlALaWCHNeE9lFM8Xhn2qjlpEqbXd7y7LgW3Yhw50e5li725B9xcbTFu2NNtLAl1jo+lEnwN/b9FRbgbd4bIiZPEWhASY855JFDxRG/fSGkVmTAKOaDGSOkIlLGPqZHa7e79u+3rHsSY608C75BVDDqxVZs7nT42OK57+CRz33aTbA5lO54ZDx1BUxX+ygEoIC9JI1pZ4AkWw4I/e2wWhMQvur0NpAfzllQqoG6dsd1h9WRsQRZvcbGbRihvD/KyHAE4Bm7QYUwFD4P/0hnSFtgvqP4w6C+H2nX8NNJUlW/vRiC+tyMoJT3o1n+sphSL4wPDnkRlaWpUBhoFcq2kQBNvrERrTtJZhMC0yVhk0aqEhalgG+vQo86yfJvdMzTm35zB+HJFjUjLUFsVUY8iWSg4h3jzh5E11EDqSeJERTzlsWGhVFZuPut51NQQ3yE1xEgNG5tIWgHEDamNTTCCbFtqKJ4y4CqBNDMi5kzHjG/fCystEhspZTMZcikzK/Tmg/x87przG/KZVExSKksRYsuIveHm/e2NWl7/JOo/k3jeuyNuGTLKwszQPtoKlvqsmbc/D0evw0fqQcqF1GCOzdR/8aj6rq0pgR9AiZ5G9eBJfxJxNrQiBs3qullzAOBfMh7Q0O8fAc5Kg4IfAAA=&quot;"/>
    <we:property name="initialStateBookmark" value="&quot;H4sIAAAAAAAAA+1Z32/bNhD+VwI9G4X4S6L6lqTpNnRtg6XoHoYgoMijo02WNErK4gX+33ek5LV14ip12sRD92SKPJ2+u/vujqRvIlO0TamWb9QCoufRT5UptDK1OyDRLKqGyaO3b1+9Pvzl1cWbw9cnOF03XVFXbfT8JuqUm0P3vmh7VXoVOPnb+SxSZXmq5v7JqrKFWdSAa+tKlcXfMAjjUud6WM0iuG7K2imv8qxTHXi1VyiOz/ht8ozhF5Xuiis4A90Ns4nWnOaEZlma8kRoG+cJirWDQEB2pwjO26LsULsf5suT68Yh4pu1pVkWUylpDoYmKSM6TQhFvd2y8avHiG5eO3RQGQXcDtoB5k10XJf9IoxOPpk/q3un4RewYanqim6JmmCBNi8BLnSNI0CjV+iJU1ejn4LAy74sLwIov3BZ/3XsAL9uoudidY4zV8GJx3XVqaIazTGMp1JxsLHmiaEW4Us/3xbVvBzdHpwbRu8Gm9pLhb8Y0/x3dJ7Xs/JfzDghCc+Bx6AtS4XIE76rrlRaQ2OqqU41MYJJybNJXR1cd3l9fVsbNyxLTays0DkQYSyRZntcx8gdmitVaXTfZtgO53MHc9WNjycPiGnjag/0YFtIT4f1MP2yr0Yqi834xqvZzdcn3JeAe3o0v9buj/airi4u8fU7MPkM+Dx7HMBCNZ+yBx+cAXe0DMx4Ubh1OaGzDdT7wIrV+brsjSLrwvaDq/smmPCtkJyHRCOxtIKnTDEtkziPk1zB7mlrpdYMq0jCNWpVJqVmuqDosm8xqcEMlh5fKtftQUxtUWE1KXwT2/DhwZkqod0IZvyZYI45tdwhnttRHNd91aHOVUiUscH7dxe18W69LIyBKhoLvYRYZTkRLNaEcOyYajIupq767v9o3A/FGcwXUHX3igbPTMx4pkyWUsi0pMLGD8g5miQqzxgnKhYys1TzeLJVPuIm5wU0SCE1emd743mM7j0J1vekD/3oEz59cXv6t64dKbcvafQQB3yLhPpC9gw9SwmLu0LFFc9xl8hsYjMzmT8q4D3quw7x3N692pxyToXCypgQ0FwY9YhJ9FpVc7gYnbHpAlzEU9aT585nMa7j2B7ky4NFAOw2a/Idm+DJHGoK2JfU+Rr2f4sUuh93hsxJ0tRaxQUkjDHCQbJU7955tCQmJjFToIFITZQ0dp86z+Med77bRvgkztx+dXKPqmLAq63bwtv0Dk+Ro9zTF5mH9mf0uara9SVbG6C7ugwjD6BURYUWoWQJV1AOAn/24JaIJAjdQvDsY97ii0WLJpWqab2z/e0eTuHW1hvwCpbtI2wCPIbToqrWADwDJ2xYl4Knwf/RoXsH7B+o/jToP0612/hxxtV151WugbxXZe8ZV+GLXv5dPcdcXL/gW9EsknmWGZkrDRyYloKDSSY70ZarR0pAUW1ySixYmdI443SyD+11lWW7HDeUM//lCsZWIzWIFrG2kuAeRdCYM6aS6ZvkLdQA3JMkqSQsY4mheD62YvpwvNfU4N8hNfiaGjYxRFiukBtCG5sCUfmu1JAso4rJVGW54QmjOqFs972w1Dy1REqbi5gJkVuup28+i4XfnN9Rz4SkAktZBiqxFNkbT59v77Ty9n9I4V458N7fCYqYYhWmBs/RltMsVM2i/XG4qxr+1Ru0fNAaLcDNwxVx3XdtgwX8VFUQaNQMkSwgyIWtiAEzjp3//bnArBvAhybhr9T8R6I11CIvYeIF30S8/HCmWf0DLmqRcdwcAAA=&quot;"/>
    <we:property name="isFiltersActionButtonVisible" value="true"/>
    <we:property name="isVisualContainerHeaderHidden" value="false"/>
    <we:property name="reportEmbeddedTime" value="&quot;2025-11-07T22:48:12.298Z&quot;"/>
    <we:property name="creatorTenantId" value="&quot;024a5704-22f9-414c-8116-6e6b108306f9&quot;"/>
    <we:property name="creatorUserId" value="&quot;1003200546AAC2BE&quot;"/>
    <we:property name="creatorSessionId" value="&quot;de7478fa-9792-42a1-9fbb-4c4d4d8e140a&quot;"/>
    <we:property name="artifactViewState" value="&quot;live&quot;"/>
    <we:property name="isTitleSuggestionsDialogDismissed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Report hour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Gagliano</dc:creator>
  <cp:lastModifiedBy>Victor Gagliano</cp:lastModifiedBy>
  <cp:revision>1</cp:revision>
  <dcterms:created xsi:type="dcterms:W3CDTF">2025-11-07T22:57:12Z</dcterms:created>
  <dcterms:modified xsi:type="dcterms:W3CDTF">2025-11-07T22:57:30Z</dcterms:modified>
</cp:coreProperties>
</file>