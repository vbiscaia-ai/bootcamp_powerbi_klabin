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Gagliano" userId="1258c2ce56a29312" providerId="LiveId" clId="{2CFF7632-D2E0-4D75-8184-EB9735FB4336}"/>
    <pc:docChg chg="addSld delSld modSld">
      <pc:chgData name="Victor Gagliano" userId="1258c2ce56a29312" providerId="LiveId" clId="{2CFF7632-D2E0-4D75-8184-EB9735FB4336}" dt="2025-11-04T23:33:23.442" v="2" actId="2696"/>
      <pc:docMkLst>
        <pc:docMk/>
      </pc:docMkLst>
      <pc:sldChg chg="addSp delSp new del mod">
        <pc:chgData name="Victor Gagliano" userId="1258c2ce56a29312" providerId="LiveId" clId="{2CFF7632-D2E0-4D75-8184-EB9735FB4336}" dt="2025-11-04T23:33:23.442" v="2" actId="2696"/>
        <pc:sldMkLst>
          <pc:docMk/>
          <pc:sldMk cId="3754127312" sldId="258"/>
        </pc:sldMkLst>
        <pc:spChg chg="del">
          <ac:chgData name="Victor Gagliano" userId="1258c2ce56a29312" providerId="LiveId" clId="{2CFF7632-D2E0-4D75-8184-EB9735FB4336}" dt="2025-11-04T23:31:53.381" v="1"/>
          <ac:spMkLst>
            <pc:docMk/>
            <pc:sldMk cId="3754127312" sldId="258"/>
            <ac:spMk id="3" creationId="{70A631D6-235E-46B6-0197-EEE45F3B46FA}"/>
          </ac:spMkLst>
        </pc:spChg>
        <pc:graphicFrameChg chg="add">
          <ac:chgData name="Victor Gagliano" userId="1258c2ce56a29312" providerId="LiveId" clId="{2CFF7632-D2E0-4D75-8184-EB9735FB4336}" dt="2025-11-04T23:31:53.381" v="1"/>
          <ac:graphicFrameMkLst>
            <pc:docMk/>
            <pc:sldMk cId="3754127312" sldId="258"/>
            <ac:graphicFrameMk id="4" creationId="{32DEE15F-15FB-C424-22E6-64BFF193CD33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E28296-4054-9903-BA48-8A596D2F8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0D6CF4-862D-0976-7E88-15952D405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7E57A5-D9F6-55ED-8E55-A082E4146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48B01-EF63-47E4-974B-B4198421B16D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7BD734-4B21-7F7D-48AE-550580539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379C60-3725-626C-2F3E-074F0561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44A0-8D52-449A-BEE4-ACC472F28E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7671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06EBA6-08ED-2F64-22B5-618A9B9BE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FF9FAC-C42C-1916-2274-A4114E5A0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988974-C45D-0C52-7B9E-90AF5C9B1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48B01-EF63-47E4-974B-B4198421B16D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3A1091-3321-CC4D-2577-99A0C3911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8B302D-ADDC-A7C5-F796-C97E73779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44A0-8D52-449A-BEE4-ACC472F28E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4149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5AB172-899F-7D18-1674-FAF18FEF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13740B-C2E0-3887-12BF-F4CAA922F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6ADF1E-0B5B-9BD8-0DAC-8CE53A3DE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48B01-EF63-47E4-974B-B4198421B16D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C6ABAB-BB09-421B-13D2-CFD49AB76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782FD5-6310-A975-64D9-53D493CD4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44A0-8D52-449A-BEE4-ACC472F28E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1080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999040-5ADA-9B99-4337-422C0D3B9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446E08-0EB7-6069-3C9A-28173E29BD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503835F-B546-3287-B851-2FB68B555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A62F03-60D6-DA8C-8238-B193EA1BC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48B01-EF63-47E4-974B-B4198421B16D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20B8B6-8212-6BA6-93CF-9C30C7EDA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67F0B7-CE5B-5A57-E010-E6E6556AF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44A0-8D52-449A-BEE4-ACC472F28E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0520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6ACFF-9979-27E7-9876-248D9DA76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61B3DAF-5228-046C-F727-F40FA1CBA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1A537D-D161-187C-8AAF-03DFA2726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AB3B70B-2024-40B1-EED6-27B3839477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C128393-168C-0240-7642-74E7CE3F20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6D86516-61D1-29FF-F538-7A7405D8F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48B01-EF63-47E4-974B-B4198421B16D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008C5CB-63AB-DBDE-EDAD-DF33C5B67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19D8C0D-394E-10EF-4AA1-F64C6F3D9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44A0-8D52-449A-BEE4-ACC472F28E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9717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F9A331-B7B6-E03C-5CB5-BD91FD906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887429A-72A2-5FD9-2C61-CC7FB96CC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48B01-EF63-47E4-974B-B4198421B16D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FC7D1B9-DC41-2228-66EC-59561EFFB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1A585A4-01C0-E91D-0678-5C8E42AF2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44A0-8D52-449A-BEE4-ACC472F28E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2771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B54E3B7-79EB-B140-485A-4D83EB294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48B01-EF63-47E4-974B-B4198421B16D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04E1B9B-8DC6-B3F5-6B6E-31C4DD05E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4FF4FD0-EBC9-097D-8BA2-40F1225A1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44A0-8D52-449A-BEE4-ACC472F28E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280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117A64-0508-B224-A1DB-F46A9C7FD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E628E2-0874-D21C-E977-B3AA5DA93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75B2CA-F4E3-833E-443F-F87D84393F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80641FE-0177-D05C-870E-481FA1154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48B01-EF63-47E4-974B-B4198421B16D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7E74840-8CEB-BB8C-4B1D-2409FA815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F5855F-BF64-A6A0-6D29-31E32FF33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44A0-8D52-449A-BEE4-ACC472F28E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8639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AEEBF3-953A-7663-81F3-0D9D33D8B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F92ED2-66E1-3C9A-1065-14A48B05EA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118BC71-275B-03BD-8E9F-6D396E27D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2CF89D-B32F-F74D-14C9-349BA7944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48B01-EF63-47E4-974B-B4198421B16D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17D56C-2E01-9AA2-EA8B-57EE285FC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C6586C8-502E-1715-458E-5B0BB6A8C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44A0-8D52-449A-BEE4-ACC472F28E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695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FB730D-7872-E959-293B-80C683BD9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16DF46D-56E2-F32F-F06B-DC25B00FFB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486D22-AD61-5DB7-0877-5009C4710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48B01-EF63-47E4-974B-B4198421B16D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A3AD4C-B064-4920-DB7B-C737E36AF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81448C-B472-8831-A619-1754AF734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44A0-8D52-449A-BEE4-ACC472F28E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626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FCF0D6E-E2C3-4423-AF74-E0252A7F51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67C461-DEE2-D6B6-EA2D-D7D3C8E41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B44F83-5A62-DFD6-9929-8526BD9BD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48B01-EF63-47E4-974B-B4198421B16D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4F115D-5CA4-36EA-2CE4-E7C371F6D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08B9C4-7602-6F4D-6152-F2409019F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44A0-8D52-449A-BEE4-ACC472F28E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4780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25F077A-0105-A4E9-4CBC-16EECED12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E1A47F-B6D8-8E52-1B5D-65EA823E5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87580B-FA06-75FB-7557-9D1FC1D846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548B01-EF63-47E4-974B-B4198421B16D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D88B54-3842-1254-6C83-F2748DE736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225A0B-E636-10F1-0EA1-DB084E372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4E44A0-8D52-449A-BEE4-ACC472F28E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8415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225C2-B3EF-A518-6816-E8FB5FBB9E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Página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91E5A6-4252-20D5-A332-7F6BAABB08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Suplemento 3">
                <a:extLst>
                  <a:ext uri="{FF2B5EF4-FFF2-40B4-BE49-F238E27FC236}">
                    <a16:creationId xmlns:a16="http://schemas.microsoft.com/office/drawing/2014/main" id="{21A1C5B2-D8DD-079A-7E9A-102097E13E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0425751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Suplemento 3">
                <a:extLst>
                  <a:ext uri="{FF2B5EF4-FFF2-40B4-BE49-F238E27FC236}">
                    <a16:creationId xmlns:a16="http://schemas.microsoft.com/office/drawing/2014/main" id="{21A1C5B2-D8DD-079A-7E9A-102097E13E7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5308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1430B-E7A8-7552-EC24-8AC5CC097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Página 2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786291CA-41C3-78E6-61CF-439F39CBD85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06615292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786291CA-41C3-78E6-61CF-439F39CBD85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56735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5288F7F8-BCC6-48F4-BFD0-477446D17174}">
  <we:reference id="wa200003233" version="2.0.0.3" store="pt-BR" storeType="OMEX"/>
  <we:alternateReferences>
    <we:reference id="WA200003233" version="2.0.0.3" store="" storeType="OMEX"/>
  </we:alternateReferences>
  <we:properties>
    <we:property name="reportUrl" value="&quot;/groups/me/reports/9b2df1ec-5dc2-4c3a-ac83-a593a7e2f031/3937429530874f086048?experience=power-bi&amp;pbi_source=storytelling_addin&quot;"/>
    <we:property name="reportName" value="&quot;Financials Orange&quot;"/>
    <we:property name="reportState" value="&quot;CONNECTED&quot;"/>
    <we:property name="embedUrl" value="&quot;/reportEmbed?reportId=9b2df1ec-5dc2-4c3a-ac83-a593a7e2f031&amp;config=eyJjbHVzdGVyVXJsIjoiaHR0cHM6Ly9XQUJJLUJSQVpJTC1TT1VUSC1CLVBSSU1BUlktcmVkaXJlY3QuYW5hbHlzaXMud2luZG93cy5uZXQiLCJlbWJlZEZlYXR1cmVzIjp7InVzYWdlTWV0cmljc1ZOZXh0Ijp0cnVlfX0%3D&amp;disableSensitivityBanner=true&amp;storytellingChangeViewModeShortcutKeys=true&quot;"/>
    <we:property name="pageName" value="&quot;3937429530874f086048&quot;"/>
    <we:property name="pageDisplayName" value="&quot;Página 1&quot;"/>
    <we:property name="datasetId" value="&quot;8a826fdf-3155-4fa8-9ea7-c5229eeaa1dd&quot;"/>
    <we:property name="backgroundColor" value="&quot;#FFFFFF&quot;"/>
    <we:property name="bookmark" value="&quot;H4sIAAAAAAAAA+1a227bRhD9FYMveVGKvV/yljhJWzRtg7pNH4o8zO7OyiwoUiWpNG6QH+pv9Mc6JOUktmUpVozGqQ0IkLhczs7tzJ5Z6k2Rym5ZwckPsMDiQfFtncoIqWkPOCtmRT2Nep0SB6tFyoqbZAGzobvNsi+buisevCl6aOfYvyi7FVSDKBr87eWsgKp6DvPhKkPV4axYYts1NVTlXzhNplt9u8K3swJfL6umhUHkUQ89DmJf0XS6JhX4V5JWhNiXr/AIYz+NSi+tEl5L5qzKzBmmHE3rpgmjZhunDKLH5Q+buoeypmWGMZO5VZZly6wQnKMXzg/jXVnPq7XC75/9+WQ5OKc7Bvomb4TfadlBztu3ZA63PFtUxmgwGBkLxuwty0kXgLngWYpeaIvWx52yygV5/qKsLEViQQVlHY8QLE/K7KuXTxmVJyGa2+SFZVLmnbJ6fN2H5vVFachljs7JDEZQqMBDZPtqJpJPhlG6GkBHCWtlwn1laSV19pw5hQpjlNHI/WVZEXMmC6Xi2ivGkt7bxqxtMlw7NF4H5UXQdszsXFb9OqHDyZPXy5awSAidZD1Mr6COmIoRcC12E77eFA/n8xbn0K8vn5y5edhUq8WG8aNm1Ub8CceoP6n7sj+hNXJZ0xrlAO5Bz+dtQ7Af79DPXPbj6NNVvUYxGy6Pmz8PWyTYp2HgJY1sdUmENp31CF20CdtHJ6O1j8v2tEiI2TmlP6ulZNoAaOe9p7Jgso+JWQKkvumhO/zx66PbELjNdk5h00lqFVxK3kjtg7Eswd41HZ1UFpOQSVqmeWAOb3gK/FKXfXdw1FTpNiTCNmundCBigVI5p2x0tAUyo6d0uMEhfFx2sVnVfXcbIrjF2DWeichy6Ym2sAy0y6PO6oYH8OAIKrwV0bvM0il0yUfhhY8hMiLXzIDy4ROopwPNPPMJJaNWQWbJ96ZlwWfD7FDPGRDTSzzp3WT9sk3CCj0QhCCA+hEXiK7r/a1MmGUKkiuyjsfEo9R2Z7ofUkbNm5a6wupCxn9TYgttPD55hq+wuhjyd/cv3joN9Atoy6nnG9Njz7RZd6/vhBVn68DQTQ7TPtBn/fuPVQkHCQ8S9DCJWptSfP/P39PAWVzN/m91oKLu9/AY2v58MZh6bVry9w+66XU2TCXiFoT/5Qic6KmJl47bbGKWLOYodu8T24BzjV1GWsX+NuRprFYdORvTI2g35usXsnl9DLCuPz2mPM7Keqm1kcCQ28RzVPFG5PHhQNPI+FuQxwtYXr3SXr+fp4RQTvEsorHR6mx9ApC7G1oYlXy06vux0p4/eYsqaSs9OMguSGet2E2ltoukZltEJr3lLDiwHq0R+7OgmGS0SnGtQ6J+Pklp8x0IPlMxnzS7q+dXh+/s9M3N8OyiGY63i+MyJayLqdbzgEYL6Y3K6KP2ksmdoLnknQGX2knaOZC+NXDm5EecWu8oEzJ6L1wKkUtJWATxEWXiUkwHwXSMTmjGhRaaS8Z3n6f+F5h+xz2vCJCuKiO2ZwwtFtjOR4Y8x5rIazXaspzWKrF7b+/ZXy9O36ERcp62zWJ8bM2YM62wyYpZMenBhvz+9ZiQus7jOpWnQHtYp+HrGeZ+8thiSfy7O/Xf6dV35TBPzD6Y+BGuPW0HSMPLPPpTOT8eBT4r+8kdZCtUq+Ep4vPYlwu8JxiX95m/z/jPjD0YP/cGfHz4/HbN5efTXN3n4j4T5zSfTkDGyjO0LRuyoOupnD5ev0LFMev38xKhok5XFDQpfUHQVKG2Srn3CPs/Eeu1meMxzyWbAD+/CVwzXi8t66Ou3bUW9fWSL9eFLFvtBERthUetpAJ9IwrZEc4XWN+KTjM19aq/oyRXzYvdlERi5GC0N4BWgfPJy92UZDuNcF4LnpOTEQg0ypH4TxXJrNBBSOFYtN45lt3EJfZjJtoHCShESJmbgUTBdE59B+i7o6MvBdcj0CA5ZjHryBxEYtvS7f6rz3agqeyTsREwWMsQopGfWA5I5rl/dX3dNqvl6CQROAThvYvIBdqs9YTDsvtmqlDTP9TGxolbBko4l7wKKSWuYNPMcb1N9LxZ9d0SIj6HGjewM0IS1AnTDjY0LlK8p3v/AqRiQXKqJwAA&quot;"/>
    <we:property name="initialStateBookmark" value="&quot;H4sIAAAAAAAAA+1abW/bNhD+K4G+9Is78FUk+y1J23XoK5qu+zAUw5E8OhpkyZPkrlnRP7S/sT+2k2S3TeLYjRus6RLAgEyKOt4d7zk+R+l9Fot2XsLJM5hhdi/7qYpFgFg3e5xlk6waew+eP3/8dP/l49+e7T99QN31vCvqqs3uvc86aKbYvS7aBZS9DOr89c0kg7J8AdO+laBscZLNsWnrCsriLxwH062uWeCHSYbv5mXdQC/yqIMOe7FvaTi1aW7+g6QZIXTFWzzC0I290kmjhNOSWaMSszlTloa144BBs7VDetHD9Id11UFR0TR9X564UYYlw4wQnKMT1vX9bVFNy6XCn559dTLvvdIeA13JG/53mraX8+EDmcMNTwZVnmvIMTDm83xnWVZaD8x6x2JwQhs0LmyVVczI8+dlJSki88orY3kAb3hU+a56uZhQORKiuYlOGCZl2iqrw3edr9+dl4ZcpmCtTJALWipwENiumonoYs5iUjmgjQaMjLirLK2kTo4zq1BhCDLkcndZRoSUyEKpuHaKsah3tjFpE3OuLeZOe+WE12aI7FSU3TKg/cmDd/OGsEgIHWXtx7dQBYzZALgG2xFf77P96bTBKXTL5oNTNw/rcjFb039UL5qAL3FY9QdVV3QnNEcqKpqj6MHd6/miqQn2wx36m4pu6H24qJYoZn3zuP7zsEGCfew73lDPRpcEaOJpj1CjidgcnAzW3i+aVZIQkzNKf1NLybQe0NY5R2khTy5EZgiQ+rov3eHzH49uwsKtt3NcNh2lVt7G6HKpnc8Ni7BzTkcrlcEoZJSGae6ZxWseAj9XRdfuHdVlvAmBsMnaMRyIWKBU1ioTLG2BLNdjOFzjJbxftKFeVF17E1Zwg7FLPAMmLh3RFpaAdnnUSV3zBdw7ghJvxOpdZOm4dNEF4YQLPjAi1ywH5fxXUE8LmjnmIkpGpYJMku9My7xLOTN9PmdATC/yqLeT9Ys2CSN0TxC8AKpHrCe6rne3MmKS0UuuyDoeIg9Sm63hfkgRNa0bKgfLcxH/qMAGmnB88gTfYnl+yT/eP39rtdCvoSnGmm8Ijx3DZlm2fhSWnc4DfTXZD/tMn+X/PxYF7EXci9DBKGppSvb0n7/HjtO4mvzf8kBJ1e/hMTTd2WQw1to05e+fVdPLaBhTxA1Y/jcDcIKjIl5ablIekmQhBbF9n9gEnCusMuIidDchTkO5aMnZGA+gWRuv38nm9SXAuvrwGOM4KeOk1rkEhtxEnoIK1yKOD3uaRsbfgDiewfzymfbq/TwGhLKKJxFyE4xOxkUAub2ghUHJg0XXDZn27MlbUFEb6cBCsl5aY8R2KrVZJBXbIjDpDGfegnFocrE7CwpRBqMU19pHquejlCbdguAbJfNRs9t8fnn4TlavbPpnZ3V/vJ0dFzFilY25nnvMtZAuVwld0E4yuRU0F7wz4FJbSTsH0lUDZ1Z+wan1ljQhg3PCRh+4lIRFEF+QJi7EtBdMh2CFZlxooblkfPt56n+B6Y/c85IAacsiYHPK0GyGzXRgyFOsiLyWgy3zca4C20/2nv73evUOjZDzsKlnw2NLxpxohnVWTLJRD9bH9y/HhNRlHFexWAFtv4r95QmmbvTYbE78u135b9V6XPTjxOSzgV/g2lU5QBpe5NGXxfR4EPik6EZ3kK1QLvqniM9jV8zwjmBc3mXuLuOvGLs3/O70+Pj8+c2ay2+nubrLxV0mzmg+noAMmacvW9ZEQdtROr2/fIWKQ9Tv5iVCRRUvKWhU+pygMUNtlHLnALs/EaulmcMxzwWbAD+7CVwxXi9M64Ou7ZUm9eWUb5aJLBltBQRthEOtpAJ9LRLZEU5nWN2ISjPW1aK7pSSXjYvtlERi4JBrlwMaBdZFJ7dTks00wjoteIpWBiDQKEviv1YkM0J7IYVlwThrWbIjl9iNmWjnJaAQPiae9yQKxnPqW0DfHh19L7gegAbRMoNJB2YhENuWdvunPpuBppKLuQmA3hiGEHL5lemAZJ75quvHpl7MBycJz8EL52xALtAkrUccFu2jMUONX6gNhRM3DJSwNjrlY4xcwbqRw3zr6Hm96No5BHwBFa5hZ4QkqCLGLWxomCRbGVX4cht96j+jyz7Rw38BBbbsydMnAAA=&quot;"/>
    <we:property name="isFiltersActionButtonVisible" value="true"/>
    <we:property name="isVisualContainerHeaderHidden" value="false"/>
    <we:property name="reportEmbeddedTime" value="&quot;2025-11-04T22:40:54.508Z&quot;"/>
    <we:property name="creatorTenantId" value="&quot;024a5704-22f9-414c-8116-6e6b108306f9&quot;"/>
    <we:property name="creatorUserId" value="&quot;1003200546AAC2BE&quot;"/>
    <we:property name="creatorSessionId" value="&quot;280d3a92-0c44-442c-8dd7-e97d09e879ac&quot;"/>
    <we:property name="artifactViewState" value="&quot;live&quot;"/>
    <we:property name="isTitleSuggestionsDialogDismissed" value="true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9EC21575-6517-46C5-BDBE-E1FFDAA6E880}">
  <we:reference id="wa200003233" version="2.0.0.3" store="pt-BR" storeType="OMEX"/>
  <we:alternateReferences>
    <we:reference id="WA200003233" version="2.0.0.3" store="" storeType="OMEX"/>
  </we:alternateReferences>
  <we:properties>
    <we:property name="artifactViewState" value="&quot;live&quot;"/>
    <we:property name="backgroundColor" value="&quot;#FFFFFF&quot;"/>
    <we:property name="bookmark" value="&quot;H4sIAAAAAAAAA+VY32/bNhD+Vwo9GwVJkaLUtzTtfmDBEDRBgGHIw4k8OuxkyaWkNF6R/71Hyk6Tuqk3t8mw5snU6fTdx+PHI88fMuv7ZQOr32GB2Yvs19Z6A7YLzzjLZlk7WUXupAJmC6dqGpUgNNDbbjn4ru2zFx+yAcIchzPfj9BEKDL+eT7LoGmOYR6fHDQ9zrIlhr5rofF/4+RMr4Yw4vUsw6tl0wWIkCcDDBhhL8mdnokCf55TRDCDv8QTNMNkrWvDoeKaOwNOM45SWXLrJ4fE7IsuETqFP+zaAXxLYaIt50YUzuZYaWY4FyXDMtp7386bNeFP356uljE5kGK9HIeBKFFS6rcUPcJdX8dZAbeS1YVAV0ubS1dwvhOyvwD63cJiZV1rjUWdg5a8BMn4bnp+QQuwjQWccc10jmUu8kqXRjHcl1fhcgMgKc2WtGEo2crEb51vhnVm69Xrq2UgUZBUJqxDWuJ5F0htTZYWP2A/rfWH7LBrxkUavb5jP+nGYPANuvSqHfywIiTnW2iNj1qKbI5DRypLb05wvsB2SOaL7v1hQApKq8+uZzc8DuwlfY12i8TBfB5wDsP68fWDMKSh8xPBn8Z2LWu2zfecLF9dmiEgLmB5d3E2G4aivL21JX4O3bhMa/H9E32eFGGk4IZZo9DwKifxWzT7qssaUUrAmgNzUFZWSNA71XXvqv7iMUAwF6sjvMRme+Y377dfbeZ7BsFPZSplac/srQvuDVh2J6GvYgGMbrf4rMfvRg/PLD6zMMAEtZ5KdtB2X5D6TunAOlcnjTcY1k6f6agLFsPLVUrxKx82BZjP7kvfD5veqPBZJo20HEiYhbAVy2vpLN9flN9rG/6BEL5a7B6j6B52YzuE1VMoulTVusWy632EOKUK/K82j/h88/ynk78+v+e0oHANXZHW/L+3VB9Cd+fTbRLafnOX7BP30DVpdGtKNOkmbu/J4d2IYUURk9OnSM8TWXL1PZFtYNlHfcRrK5ksJmq/4ap/iASlqMe+bW+F7I8689fmOabwPt6blDwy9VsrsZM9eYSuGyLyhs8ZNGNcp3Zsmuh/2s1pC94AmAvf2IBtovz5N2Q68lSBp82arLF/YVwebejcgYvVPBV0obRQVoLA2lEXYKm8731jKQiFmg5meakqJarclGon1oBXQ91dbaNpgzlwYQX1JQZ1yWRef9Pt+kc+o0+Dp+aTLsNP4fh5T56BGuvm8ALC8I+u/mtdTLX8qQhh6kmUrKSwCqy2SnHHFKvF/p041ExIyQuT80IpkfPdPcljXL5oaEfzJDreN2AhJOVzKQvOq6LQSur/6eUrmlwB2jquBKODSNcc89rtfQYZLJFaE2qdeWlLnecg9z+DeF5UuTY1q5hUVcmZyL8BDZwzzAhVcq4VELAtiv3RnNSmZAAMoQKhuAG5m9vX/7RjZVEbVwrURYU1aOZK2J9gpZwUpihYKQxYB0oWbH80U5aypswxU6DWFeeW5fuJJMF9smQLDPNUwbtx6Jdg8BhaTPtmOSnYY/JLV2uLdj0O8fcLl670j2+WwsQCfP0RzMtAC2sWAAA=&quot;"/>
    <we:property name="creatorSessionId" value="&quot;4f6938e5-656e-4733-9a12-f4eacbe73350&quot;"/>
    <we:property name="creatorTenantId" value="&quot;024a5704-22f9-414c-8116-6e6b108306f9&quot;"/>
    <we:property name="creatorUserId" value="&quot;1003200546AAC2BE&quot;"/>
    <we:property name="datasetId" value="&quot;8a826fdf-3155-4fa8-9ea7-c5229eeaa1dd&quot;"/>
    <we:property name="embedUrl" value="&quot;/reportEmbed?reportId=9b2df1ec-5dc2-4c3a-ac83-a593a7e2f031&amp;config=eyJjbHVzdGVyVXJsIjoiaHR0cHM6Ly9XQUJJLUJSQVpJTC1TT1VUSC1CLVBSSU1BUlktcmVkaXJlY3QuYW5hbHlzaXMud2luZG93cy5uZXQiLCJlbWJlZEZlYXR1cmVzIjp7InVzYWdlTWV0cmljc1ZOZXh0Ijp0cnVlfX0%3D&amp;disableSensitivityBanner=true&amp;storytellingChangeViewModeShortcutKeys=true&quot;"/>
    <we:property name="initialStateBookmark" value="&quot;H4sIAAAAAAAAA+VYbW/bNhD+K4U+GwVJkaLUb2mavSBpGzRBgWEIhhN5ctjJkktJabwi/31HSk7Tuqk3N8mw5pOp0+m5h8eHx6M/JtZ1yxpWr2CBybPk18Y6A7b1TzhLZkkzWp+/fn34cu/N4R+v9l4ekLld9q5tuuTZx6QHP8f+resGqAMGGX8/myVQ18cwD08V1B3OkiX6rm2gdn/h6Eyvej/g1SzBy2XdegiQJz30GGAvyJ2eKTZ/mlJEML27wBM0/WgtS8Oh4JpXBirNOEplya0bHSKzr7oE6Bh+v216cA2FCbaUG5FVNsVCM8O5yBnmwd65Zl5PhD99e7pahqxAjPV86HuiREkp31H0AHd1FWYF3EpWZgKrUtpUVhnnWyG7c6DfDSyWl6XWmJUpaMlzkIxvp+cWtACbWMAZ10ynmKciLXRuFMNdeWVVagAkpdmqHAwlW5nwbeXqfspsuTq4XHoSBUllxNqnJZ63nmRWJ3HxPXbjWn9M9tt6WMTRwWf2k3bwBt9gFV81vetXhFS5BhrjgpYCm2PfksrimxOcL7Dpo/m8/bDvkYLS6rOr2TWPPXtBX6PdILE3n3ucQz89HtwLQxpWbiT409BMsmabfM/I8s2l6T3iApafL856w1CUdze2xM++HZZxLe4+0WdREUYKbpg1Cg0vUhK/RbOruqwRuQQsObAK8sIKCXqrum5d1V8cevDmfHWEF1hvzvz6/ear9XzfgndjmYpZ2jF7U6W9Bks+S+iLUACD2w0+0/j94OCJxScWehihpqkke037FalvlQ5MuTqpnUE/OX2ho9Zb9M9XMcUvnF8XYD67LX0/bHqDwmeJNNJyIGFmwhYsLWVl+e6ivKtt+BuC/2axe4iiu98OTe9Xj6HoUlVrF8u2cwHilCrwv9o84svN859O/ursltOCwtXUIk3871qq96G7s7GbhKZb95Jd5O7bOo5uTIkmXYftPTq8H9CvKGJ0+hTpaSRLrq4jsjUsu6CP0LaSyWKkdoir7j4SFKMeu6a5EbI7as2f6+eQwtt4r1PywNRvrMRW9uTh27YPyGs+b6Eewjo1Q11TK3HuauuxiQy/dCHTkaOCO+7NaKX4gvH0aB39tJ3TBr4ON9VvobRQVoLAsqKm31I137lByQiF7hjM8lwVShSpydVWrB4v+7K93ETTBlPgwgq6hhjUOZNp+V3N9I98JJ96R3dN6n0fw2nzgTw93aPr/XPw/T/q9CddjKX7sQhhvIIoWUhhFVhtleIVU6wUu1+8oWRCSp6ZlGdKiZRvv4I8RK9FQzuYR3HBfQMWfFQ+lzLjvMgyraT+n/ZawVRloG3FlWB0EOmSY1pWO59BBnOkmwjdlHluc52mIHc/g3iaFak2JSuYVEXOmUi/Aw2qyjAjVM65VkDANst2R6ukNjkDYAgFCMUNyO3cvv0fHcuz0lS5QJ0VWIJmVQ67EyxUJYXJMpYLA7YCJTO2O5rJc1lS5pjJUOuCc8vS3UQS4T5ZkgX6eazg7dB3SzB4DA3GfbMcFeww+sVO2qKdxj78fqXpin/wJjEIcXFljVs+CP1YEmmFgn31NzBCFiCDFgAA&quot;"/>
    <we:property name="isFiltersActionButtonVisible" value="true"/>
    <we:property name="isTitleSuggestionsDialogDismissed" value="true"/>
    <we:property name="isVisualContainerHeaderHidden" value="false"/>
    <we:property name="pageDisplayName" value="&quot;Página 2&quot;"/>
    <we:property name="pageName" value="&quot;bbc1a9171fcaf701e45d&quot;"/>
    <we:property name="reportEmbeddedTime" value="&quot;2025-11-04T22:42:18.411Z&quot;"/>
    <we:property name="reportName" value="&quot;Financials Orange&quot;"/>
    <we:property name="reportState" value="&quot;CONNECTED&quot;"/>
    <we:property name="reportUrl" value="&quot;/groups/me/reports/9b2df1ec-5dc2-4c3a-ac83-a593a7e2f031/bbc1a9171fcaf701e45d?experience=power-bi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Página 1</vt:lpstr>
      <vt:lpstr>Página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 Biscaia</dc:creator>
  <cp:lastModifiedBy>Victor Gagliano</cp:lastModifiedBy>
  <cp:revision>1</cp:revision>
  <dcterms:created xsi:type="dcterms:W3CDTF">2025-11-04T22:46:20Z</dcterms:created>
  <dcterms:modified xsi:type="dcterms:W3CDTF">2025-11-04T23:33:34Z</dcterms:modified>
</cp:coreProperties>
</file>