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0865C-8A3C-6E6D-C6B2-88B7197D5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84FDA-17D4-212B-D959-8A829A307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3C16E3-5661-41FD-A151-2964503A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54A337-9E60-BE24-7D90-2555C608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800AD1-6769-3617-F22F-D4DCA64C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51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AFDE4-C668-4E1A-958B-728D4F92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B66C3-B38A-29A1-36C3-69157C0E5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17736A-26B2-9D03-479E-74F02534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D8E3C6-ECC4-2834-E1E8-59B52CCA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5DBA2E-5795-6503-26FD-39C769E2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23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9CB9C-B89E-0060-F48A-C47DAFE7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AB031B-8EC0-FC7C-0B82-09547AB3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88474-F91B-6604-7A48-0C958432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1A9997-C94C-3A7D-4B11-3528905D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C8096-A963-E095-D9CC-D35A1D9A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36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957B9-A2AE-9583-5599-57260123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A5BD13-C71C-F5A8-06ED-2183874B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837B4D-5C59-D7B3-0752-53D0B1E37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76A2E2-1173-5250-F1CB-BE567738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B898FE-4014-53A7-DD2F-33C2164C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437D35-F592-06DB-FF74-9648EAFF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83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9B092-3AB0-63DC-A5AF-FC4F56DA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CEFBA6-C436-EDE4-F5D8-96F145028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1CF36E-D352-8AF3-5A26-6FE9BB00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55298F-A319-AE4C-007C-E9133F58E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C9CAB8-E8FD-B5A9-E879-BAF4540F6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1A10E4-7801-DAB4-7C7F-852BB8F2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D11F3F4-CC52-1C48-0B56-6282B37A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772478-B6A2-AF6F-BFBF-0A11B99C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551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114B0-CAB3-3681-F4F6-6F100F2A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35B7DA-FC54-00D7-9A4A-43EA2C83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7ACF88-2B0A-6FD8-BDD1-9E9A4495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0C65119-FDCA-834C-5953-97837035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19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D45F83-0D54-8158-A839-90753257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D0D815-7F74-15B3-64F7-9B344E0A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DD08D6-DFDA-8AA3-328B-9E353B90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170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6776E-ABD9-7726-D946-F675BFCA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D6635-8066-0FF4-6A84-FE9BD84C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A8DB1E-5E26-14E5-9C25-D08F12061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051AEC-ED0E-A25F-CD4A-A75B38E8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C80CFF-D1EC-2BBB-9C12-B226EBD0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C60613-1EB6-C3F7-3D8B-59F83050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26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33BB6-2294-7CB1-855B-C8BB2A19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AEBBAC-A4F5-A3D9-D50E-C9CDF0812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4299E3-B9AF-4766-4708-55D7F2443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145C38-5D56-CDE1-91BF-F020D21A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903195-607F-7DE2-B150-6A8126F7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E81757-AFAF-533D-04B0-17BF6D18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02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28650-FCD7-1F73-F129-C10C5896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31EEDE-1327-79F6-883F-F9FB917EA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BEAE06-2597-211E-1AAB-16A2D3C3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312904-C811-3EF7-5408-3A609641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0324A3-0A72-EAFF-1D58-40A574C1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87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D9B942-10AD-D194-E8E9-9F0955F02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9B85C1-8C4D-A898-999E-93A7D4539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850EB-F6E9-CB08-975C-9FDAC724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CCE90-5C61-652E-4F60-9A0823EC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5C89E-2E12-F0D5-3875-6595A9DA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69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4CA531-43CD-D7BC-3FFB-BECBF461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B60FDC-CC12-3E3E-6032-6325AEA16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F072EF-1D95-3047-3CEA-31205F079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8EFD7-A58A-4602-B2AC-3FAC16B0C727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661BE5-33BC-7C85-BEDB-082608D2D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7CB336-FDCE-B3B1-DA68-BE003AEDB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E7A83-3B06-4DDA-BAA4-B2EE15125F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93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77CA5-AED4-CFEF-D775-F5AB5B22A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Fincancials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0856E7-4586-27E3-4A77-C767E722A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6B9544E2-C72A-0428-277C-199B366ED7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532797"/>
                  </p:ext>
                </p:extLst>
              </p:nvPr>
            </p:nvGraphicFramePr>
            <p:xfrm>
              <a:off x="0" y="-1"/>
              <a:ext cx="12192000" cy="698720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6B9544E2-C72A-0428-277C-199B366ED7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"/>
                <a:ext cx="12192000" cy="69872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807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9D5BE-2F1A-07C7-1284-C74B735B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5B510FD-EE5F-5611-ED84-55F7755E338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54988882"/>
                  </p:ext>
                </p:extLst>
              </p:nvPr>
            </p:nvGraphicFramePr>
            <p:xfrm>
              <a:off x="-69574" y="0"/>
              <a:ext cx="12261573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5B510FD-EE5F-5611-ED84-55F7755E33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69574" y="0"/>
                <a:ext cx="12261573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49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1DA5B-C516-E4E4-1100-A2A1F0D5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049F2B7-4A43-42D6-1212-044474CE2AB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80458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049F2B7-4A43-42D6-1212-044474CE2A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0793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2BB29B0B-4133-4F54-80D8-4C8C0C97349D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fd6d79cf-36e1-45e1-845c-97caa673264e/1e96dd9ee8d982fca804?experience=power-bi&quot;"/>
    <we:property name="reportName" value="&quot;Fincancials&quot;"/>
    <we:property name="reportState" value="&quot;CONNECTED&quot;"/>
    <we:property name="embedUrl" value="&quot;/reportEmbed?reportId=fd6d79cf-36e1-45e1-845c-97caa673264e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1e96dd9ee8d982fca804&quot;"/>
    <we:property name="pageDisplayName" value="&quot;Página 1&quot;"/>
    <we:property name="datasetId" value="&quot;8b91d510-2a50-4fbd-8654-cc33d0da89c5&quot;"/>
    <we:property name="backgroundColor" value="&quot;#FFFFFF&quot;"/>
    <we:property name="bookmark" value="&quot;H4sIAAAAAAAAA+1YX2/bNhD/KoFe+uIY+mPJUt4SN0WLZYMxF3kZjOFEHh0WjKhSVBYv8Bfq19gX25GS3dpxksLrFiztk6nj6fi7H393JnUXcNnUCpa/wDUGJ8G7iksGXJujKBgEVWcMQ2Q5RuM0SVLB2XgcJznN6tpKXTXByV1gwSzQXsqmBeUikfG3+SAApaawcE8CVIODoEbT6AqU/BM7Z5qypsXVIMDbWmkDLuTMgkUX9obc6ZkgRMOEVgRm5Q3OkNneikXGeYGY8yKPBYM8HJFb0zl4ZHtdXGi//ERXFmRFyzgbZEWYpwJwlJXkmGGWCGcXUtnepVye39aGsqOcl7UjZ0JYF9oQayrwWRhsOtB3wUSr9tqPzrfsM90ahr+ij35eWWmXFEnICiomHSkrImRqNNHlZ2jIW2a9+Ur/MTFIi/LgJFwNNjhO+Q29TdZdEKeLhcEF2P7x/F9BOAOFnfFNW/XbE96HOydLI6uF6rf/806877KoJU6uwFgnr/ID7aNjnV7ShqM5W3riX0uzVkA82MH9nMmu5muFku+HLzTYS6RD/+01MV+5KcHjIkx5PvK/AsZCJC7Uo3SDB3nWWksgtih3IZOc9MTLcSwyUYo0LGO3iz/q4SslcjQlFnBHJ9EBRQHk+/+oiodSft7SyPMihbIUGeM8KWBUjvP0SR0/v36+op8O/tOym+HiGqsDy+6tRAOGXS0v8AbVfTCb+ftTawiXYGR3QPDAD0yoP+lsggVbOb52Rw/n9gWefvyxlXDE8YiDhS5Un0pwWulHSXlsc14yLz//9anZQ8yTDY+ptqHKRN4pd2/ve7qdvGRme8W97CR7+XRNPI0inkdRXghI4zJKxmVaHN7EXzJtP7rRt+1GjaIzjdnqP8E10oXXDdwyXnF1h05iN6+5n0YvyLvgQpJIu9iXoFoX9tUZNJK9IkQrr/EHWpp3b76ThjbvPgRA1aw/A3SZG638aM0GHSeVe7Gb/diiWRJk7/EZ6tABGW5ADvdAGLplKZhs6J9GQd04SbgPEmTi6LP/CZfNAafTC03l5QC8h1Lh71EYAqYjPC5HWXo8Khk7LlkmjtMk4kUxTjjEye5xq6fEoZvKqlpDc5X8DzL2VfBAytvrkJPR2rq01mSsxVi1SvWijTIos4hFuchCzuKsZHn25L3T4q0t9e3uldM3+n1Vplvb1MBwChXuqTYvGd5dTh+pOP8RalNvq9Xfm3yxS/0SAAA=&quot;"/>
    <we:property name="initialStateBookmark" value="&quot;H4sIAAAAAAAAA+1YX0/jOBD/Kigv+1JQ0jYh4Y2/OgTsIrriHk5oNbEnrVdunHUcjh7qF7qvcV/sxnZStqX8WY47dGgfEMl4Mp75zW+mY98GXNSVhNlHmGKwExyXXDDgSm9EQS8ovXDv06eTs92Lky8fd88OSawqI1RZBzu3gQE9RnMp6gakNUHC3656AUh5DmP7VoCssRdUqGtVghR/oFemJaMbnPcCvKmk0mBNjgwYtGavSZ3eae9oa0A7AjPiGkfITCvFLOE8Q0x5lvYLBmk4JLXaKzjP1qpY0277fVUaECVtY2WQZGEaF4DDJCfFBJNBYeWFkKZVyWeHN5Wm6CjmWWVR2Sdfx0oTXDJwUWisvdO3wb6SzdQ9HS7JR6rRDC/QWT8sjTAzslSIEkomLChzAuRcK4LLrdAjb5hx4on6fV8jbcqDnXDeW/ixy6/pa5KuOrE7Hmscg2lfD/8VD0cg0QuPmrJNT3jf3SuS1KIcyzb9d5n47KOoBO5PQBtLr/wr5dGiTh8pzVHvzRzwB0J3DOj3Vvx+y2DnVx1DSffrdxxsKeK9f31OXM3tUsH7WRjzdOj+F7BdFANr6lG4wTm51xhDTixBbk0OUuITz7f7RVLkRRzmfZvFn/XwTIpsnBMKuMKT6AVFAaT7/6iKh0J+29JI0yyGPC8Sxvkgg2G+ncZP8vjt+fOMftr7T8tuhOMpli8su18EatBsMjvFa5T3nVms31/qXLgELfyA4Bx/YUDtiLMwFizFeGBHD6v2nT/t87dGwAbHDQ4GvKk2lGC3VI+C8lhy3jMuZ3/9Wa8B5smGx2RTU2Ui98xd2/uebifvGdmWce87yJY+vonHUcTTKEqzAuJ+Hg228zh7eRN/z7D97Eav241qSTONXuo/wRTpwGsfxkinR/sRka7yDgqs74i5/HTZHWhpRDvSauo+a0O1yVigcaooOzbKz5BL/BKFIWA8xM18mMSbw5yxzZwlxWY8iHiWbQ849O352Dsc2mnr1wn1z3aqosN8N60cr4wB9fMHry6d5OjKXOAJR5tegmzc2Z9sngrjgbn1YtLrh9Hw1GrairZ/9hubpzXoTRV3+KKr6LXmPuxBLdiHYD735h74TVg49b7Z3SaBJAzYBPmRI92Bv9Y5Njj1EAh3gqsZbXbM/XA4rciNuhsVu7cTUdrysBsU5senyJcQeC2tesGFGE/MAxzoKOV+IpbvsOxSYBlGFIKy7u6VPAxaSffUsYPUpAXSr35rUM8oIqdxl7otG8/WImlba1KyZZ0mY6ImuCRUte0x9oaLRBwdOCc4+4Gqe31AnXfnoiw71+xPwz+I2LXVB0Je3oeUtFIulR0YXXGWjZRtEUcJ5EnEorRIQs76Sc7S5MmLDIM3Jlc3q3cYjhbr2rZqTF0Bw3MocU33cZTh/rbjkQ7kbjUDtwl5IygvT3xgYVj0q/n8b1NmABZ3FQAA&quot;"/>
    <we:property name="isFiltersActionButtonVisible" value="true"/>
    <we:property name="isVisualContainerHeaderHidden" value="false"/>
    <we:property name="reportEmbeddedTime" value="&quot;2025-11-01T23:14:53.293Z&quot;"/>
    <we:property name="creatorTenantId" value="&quot;024a5704-22f9-414c-8116-6e6b108306f9&quot;"/>
    <we:property name="creatorUserId" value="&quot;1003200546AAC2BE&quot;"/>
    <we:property name="creatorSessionId" value="&quot;37215314-40c7-4bdb-8890-a555089b3023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7520AFD-5340-455C-8997-0E1B9B44BD36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fd6d79cf-36e1-45e1-845c-97caa673264e/fdca39e818d493efad82?experience=power-bi&quot;"/>
    <we:property name="reportName" value="&quot;Fincancials&quot;"/>
    <we:property name="reportState" value="&quot;CONNECTED&quot;"/>
    <we:property name="embedUrl" value="&quot;/reportEmbed?reportId=fd6d79cf-36e1-45e1-845c-97caa673264e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fdca39e818d493efad82&quot;"/>
    <we:property name="pageDisplayName" value="&quot;Página 2&quot;"/>
    <we:property name="datasetId" value="&quot;8b91d510-2a50-4fbd-8654-cc33d0da89c5&quot;"/>
    <we:property name="backgroundColor" value="&quot;#FFFFFF&quot;"/>
    <we:property name="bookmark" value="&quot;H4sIAAAAAAAAA+1XS27bMBC9isG1UUimLMnZpU6KFkiLoG6zKbwYkSOFAUOqFOXaDXKhXqMXK0kpv9pxgiJojLQrUzPj4bw3j78LwkVTS1h9gHMke+Sd4oIB12YQkyFRnZHGEePjqCgoIs0RM5pFzqtrK7RqyN4FsWAqtCeiaUH6TM74ZT4kIOUxVP6rBNngkNRoGq1Aiu/YBTuXNS1eDgkua6kN+JQzCxZ92oULd9+uhPgVdTMCs2KBM2S2s5acAZ1gHuc8mVAsgecjF9Z0AaGyjSE+dZh+qpUFodw03hYXJSuzbIIpQ55FUcmLKOQQ0vYhxepwWRuHzmFe1Z6cfb4A5eJJgGCw6Sq+IPtVZbAC238e3nFOtWzPN9hnujUMP2IZXMoKu/I4hXJzCE/XpaPq2GhHZPDMQGJnfNOqnpbIf57qb1ODjkfuDXNnaYSqZE/7DQOfOhQMjEegizPHnUfq/qANR/N6FcAeCHPF+mj4W83PCdQhc6YxG+XpqOBlQscpjDjHHHzerZAtLm2hl3dR+2zRCOOCZTBGyqMoSXhO6Y7L4LMSthnMtOT/gha2oe0EkedpScdYsiLmaZIl44I/3MKpY6jSxu1/cq2LT1X6VLfKmhVZb8twR6TkhqWwTyCjWuD0FIzdaSndh/ZyfnXauIizW+dJL5Ku/KdXxTzsQEkOyBEBY56keUyRxbu+Az1WNo+Q+VuBBgw7XR3hAuV6adf+dddVQSdgRHeVCDD+EF5/J7pORu4gPvCXFB92q55+/LUVMOA44GChS9VDIftKb1372/agl8zL+58/mg3EPHxWybZxSwJ5p+ONG87D6/glM9sr7mWD7OXT7Z6UFsAxnXCkkETJOEqj7P/h/3efE49Yljt1D7j3efF814Cg5RvGyDm6N7Yf6NY2NTA8BoVh/rpLITDEOdmA4r5RYWz875Fw3ej6dAKy9S0KL3ISpgmz/QJHjvcgChAAAA==&quot;"/>
    <we:property name="initialStateBookmark" value="&quot;H4sIAAAAAAAAA+1XyW7bMBD9FYNno5AsWZZ7c5wULbIibnMpjGIkjhQGDKlSlGs3yA/1N/pj5aJstWMHRdAYaU8ih6PhvDeP2xWhrK44LI7gEslb8kFQlgOVqhOSLhHeuHN8vH84Ot3/cjQ63DNmWWkmRU3eXhENqkR9xuoGuA1hjJ+nXQKcn0BpewXwGrukQlVLAZx9R+9shrRq8LpLcF5xqcCGnGjQaMPOjLvpm7nDN5GZEXLNZjjBXHtrQXOIhpiGKY2HERZA055xq72Dy2yliw3tph9LoYEJM421hVmRF4PBEJMc6SAICpoFLgbjunXJFnvzShl0BvOisqyM6AyE8ScOgsLaZ3xFRmWpsATddvceDI4lby5X2CeyUTmeYuGGhGZ6YXEyYeZglq5rQ9WJkoZINzIBjt74rhEtLYHtnstvY4WGR2oNU2OpmSh5S/sdAx89ihyURSCzC8OdRWp+kIqi2lk4sLtM3bDe6/6W80sCNciMqZ/30qSX0SKO+gn0KMUUbNy1kDXOdSbnD1HbaEEPwywfQB8jGgRxTNMo2nIZfBJM152J5PRf0MI6tF4QaZoUUR+LPAtpEg/ifkY3l3BsGCqlMhsfX6ric6U+lo3QakGWy9LdEimZZsH0M8ioYjg+B6W3WkqPob2e3pw2xuPi3nnSisSn//yqmLodKE4BKSJgSOMkDSPMw23fgZ4qmyfI/D1DBSo/XxzgDPlyarfjy0M3CZ2BYv4q4WD8Ibz2MnQbjDxAvGsvKdbtXj5t+2vDoEOxQ0GDD9VCISMh1679dXvQa+bl8OePegUxm88q3tRmSSD1Ol654Wxex6+Z2VZxrxtkKx+/e0ZRBhSTIcUI4iDuB0kw+H/4/93nxBOW5VbdAx59XrzcNcBp+Y4xconmjW0bstF1BTmegEA3f+VDMHR+RjYgqC2Uayv7PWCmGr5OZ8AbWyL3IiduElM6lnHc8IN9pxOXlsvuF/KlEyQzEAAA&quot;"/>
    <we:property name="isFiltersActionButtonVisible" value="true"/>
    <we:property name="isVisualContainerHeaderHidden" value="false"/>
    <we:property name="reportEmbeddedTime" value="&quot;2025-11-01T23:17:58.646Z&quot;"/>
    <we:property name="creatorTenantId" value="&quot;024a5704-22f9-414c-8116-6e6b108306f9&quot;"/>
    <we:property name="creatorUserId" value="&quot;1003200546AAC2BE&quot;"/>
    <we:property name="creatorSessionId" value="&quot;52d21170-0b5f-40b1-9193-f261f3c771be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8ACAA88-1754-41A9-B33D-1BB268E99183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fd6d79cf-36e1-45e1-845c-97caa673264e/9c001fb69e5f75921310?experience=power-bi&quot;"/>
    <we:property name="reportName" value="&quot;Fincancials&quot;"/>
    <we:property name="reportState" value="&quot;CONNECTED&quot;"/>
    <we:property name="embedUrl" value="&quot;/reportEmbed?reportId=fd6d79cf-36e1-45e1-845c-97caa673264e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9c001fb69e5f75921310&quot;"/>
    <we:property name="pageDisplayName" value="&quot;Página 3&quot;"/>
    <we:property name="datasetId" value="&quot;8b91d510-2a50-4fbd-8654-cc33d0da89c5&quot;"/>
    <we:property name="backgroundColor" value="&quot;#FFFFFF&quot;"/>
    <we:property name="bookmark" value="&quot;H4sIAAAAAAAAA+1WTYvbMBD9K4vOodiOv7K3bbqFQimhafdSchhLY68WRTKynCYN+e8dydmPbJcNhbChUF8svRlr3jw9IW+ZkF2rYPMFlsgu2SctJAdh7EXMRkwPIE9jUQqeJSiiSVGIKE0LiprWSaM7drllDmyD7kZ2PSi/EoE/FiMGSs2g8bMaVIcj1qLtjAYlf+GQTCFne9yNGK5bZSz4JecOHPplV5ROc6IQvxtTReBOrnCO3A3ohEdRXFf5BLO6yCZJPI4jSuuGhMDsxRS/dCg/NdqB1FTGYyJOyrgqc86LMk+zuh4XY4/XUrl9SrW5XreWuqOeN60X50qsQHMULLRgsRsYb9lV01hswO2n1wfBqVH98gV8bnrL8SvWIaSddBuqUUtNNaSXa0dSzawhIUOEhrV0Af3Y670ukZ/emp9TiySk8MDoge+UoMZY2mX1B+VTsZpjs0Q90DrksSCkk7pR+/1/3IpvA71W4vQWrPP+qu5oI73s9JGxAu37TVD+g7T3FkhGz6ieVfXd4t6jlHH3xIV70Qf6p1d5sfOhuE7SVMQiEllZppDlPONH7fsWdpiaXjtq/jVbnvcYzUFh9zen6Lx0v2vpuou5UeI456Mnbgnt88P2dh5+tMbg4ShFoPulKnhZTQqelpjk/z180qvg3zJEOqmSGMdQwzir85Lu77zyS73agcO1q8z6sIvwPEXYEumvxQ9M77oWOM5AY+imHQhJDHm0maCFVy+MrX9/luTHofQNqN5XDf84LJTx3He/AQVDmbBcCQAA&quot;"/>
    <we:property name="initialStateBookmark" value="&quot;H4sIAAAAAAAAA+1WXWvbMBT9K0XPYdjxR5y+pVkGo+sHzdqXEca1dO2qKJKR5S5ZyX/flZyuHysNg9IwmF8sHV3fe+7REdYdE7JtFKxPYYnskH3WQnIQxh7EbMB0Dx6dnR2fTC6Ov59OTmYEm8ZJo1t2eMcc2BrdlWw7UD4Fgd8WAwZKnUPtZxWoFgesQdsaDUr+xD6YlpztcDNguGqUseBTzh049GlvKZzmVDv+kFBF4E7e4hy569Exj6K4KvMxZtUoGw/jJI4orO0DArMXQ3zqUH5qtAOpqYzHRDws4rLIOR8VeZpVVTJKPF5J5bYh5Xq2aix1Rz2vG6/KRNyC5ihYaMFi2zO+Y5O6tliD205nTxanRnXLF/C56SzHC6zCknbSralGJTXVkF6uDUl1bg0JGVZoWEkX0E+d3uoS+em1+TG1SEIKDwx+850SVBtL26v+oPxWrOZYL1H3tJ7yWBDSSl2r7f4/bMXXnl4jcXoN1nl/lTe0kV52+shYgfZoHZT/KO29BYaDZ1T3qvpmce9Rirh55MKt6D39t1d5sfFLcTVMUxGLSGRFkUKW84zvtO972GFqOu2o+ddsud9jNAeF7d+cov3SvdTStQdzo8RuzjtP3BKa54ft/Tz8YI3ew1GKIKK0HPGiHI94WuAw/+/hN/0V/FuGSMflMMYEKkiyKi/o/52XPtWrHThcudKsnnYRnscIWyLdWvzAdK5tgOM5aAzdND0hiSGONhO08OqFsfXvL5L82Je+AtX5quGOw0IRYiNLhTs+8DcfFmj5Xje/AO3WLd+FCQAA&quot;"/>
    <we:property name="isFiltersActionButtonVisible" value="true"/>
    <we:property name="isVisualContainerHeaderHidden" value="false"/>
    <we:property name="reportEmbeddedTime" value="&quot;2025-11-01T23:19:16.743Z&quot;"/>
    <we:property name="creatorTenantId" value="&quot;024a5704-22f9-414c-8116-6e6b108306f9&quot;"/>
    <we:property name="creatorUserId" value="&quot;1003200546AAC2BE&quot;"/>
    <we:property name="creatorSessionId" value="&quot;1fa55a74-1982-4fcb-8128-8c8a6d695860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Fincancials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Biscaia</dc:creator>
  <cp:lastModifiedBy>Victor Gagliano</cp:lastModifiedBy>
  <cp:revision>1</cp:revision>
  <dcterms:created xsi:type="dcterms:W3CDTF">2025-11-01T23:17:26Z</dcterms:created>
  <dcterms:modified xsi:type="dcterms:W3CDTF">2025-11-01T23:30:29Z</dcterms:modified>
</cp:coreProperties>
</file>